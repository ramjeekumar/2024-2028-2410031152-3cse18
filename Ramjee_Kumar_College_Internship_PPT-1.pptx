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554480"/>
            <a:ext cx="1033272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200"/>
              </a:spcAft>
              <a:defRPr sz="3000" b="1"/>
            </a:pPr>
            <a:r>
              <a:t>INTERNSHIP PRESENTATION</a:t>
            </a:r>
          </a:p>
          <a:p>
            <a:pPr algn="ctr">
              <a:spcAft>
                <a:spcPts val="1200"/>
              </a:spcAft>
              <a:defRPr sz="3000" b="1"/>
            </a:pPr>
            <a:r>
              <a:t>UI/UX DESIGNER INTERN</a:t>
            </a:r>
          </a:p>
          <a:p>
            <a:pPr algn="ctr">
              <a:spcAft>
                <a:spcPts val="1200"/>
              </a:spcAft>
              <a:defRPr sz="2000" b="0"/>
            </a:pPr>
            <a:r>
              <a:t>Ramjee Kumar</a:t>
            </a:r>
          </a:p>
          <a:p>
            <a:pPr algn="ctr">
              <a:spcAft>
                <a:spcPts val="1200"/>
              </a:spcAft>
              <a:defRPr sz="2000" b="0"/>
            </a:pPr>
            <a:r>
              <a:t>Codec Technologies Pvt. Ltd.</a:t>
            </a:r>
          </a:p>
          <a:p>
            <a:pPr algn="ctr">
              <a:spcAft>
                <a:spcPts val="1200"/>
              </a:spcAft>
              <a:defRPr sz="2000" b="0"/>
            </a:pPr>
            <a:r>
              <a:t>03/07/2026 – 03/09/2026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Two-month professional internship in the UI/UX design domain.</a:t>
            </a:r>
          </a:p>
          <a:p>
            <a:pPr>
              <a:spcAft>
                <a:spcPts val="1300"/>
              </a:spcAft>
              <a:defRPr sz="2000"/>
            </a:pPr>
            <a:r>
              <a:t>Organization: Codec Technologies Pvt. Ltd.</a:t>
            </a:r>
          </a:p>
          <a:p>
            <a:pPr>
              <a:spcAft>
                <a:spcPts val="1300"/>
              </a:spcAft>
              <a:defRPr sz="2000"/>
            </a:pPr>
            <a:r>
              <a:t>Role: UI/UX Designer Intern</a:t>
            </a:r>
          </a:p>
          <a:p>
            <a:pPr>
              <a:spcAft>
                <a:spcPts val="1300"/>
              </a:spcAft>
              <a:defRPr sz="2000"/>
            </a:pPr>
            <a:r>
              <a:t>Duration: 03/07/2026 to 03/09/2026</a:t>
            </a:r>
          </a:p>
          <a:p>
            <a:pPr>
              <a:spcAft>
                <a:spcPts val="1300"/>
              </a:spcAft>
              <a:defRPr sz="2000"/>
            </a:pPr>
            <a:r>
              <a:t>Mode: Pan India, Hybrid.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Organization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Codec Technologies is described in the offer letter as a global platform supporting learners and diverse talent.</a:t>
            </a:r>
          </a:p>
          <a:p>
            <a:pPr>
              <a:spcAft>
                <a:spcPts val="1300"/>
              </a:spcAft>
              <a:defRPr sz="2000"/>
            </a:pPr>
            <a:r>
              <a:t>It provides IT and business consultancy services.</a:t>
            </a:r>
          </a:p>
          <a:p>
            <a:pPr>
              <a:spcAft>
                <a:spcPts val="1300"/>
              </a:spcAft>
              <a:defRPr sz="2000"/>
            </a:pPr>
            <a:r>
              <a:t>The offer letter states that its services extend across 27+ countries.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Internship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Gain an immersive professional experience.</a:t>
            </a:r>
          </a:p>
          <a:p>
            <a:pPr>
              <a:spcAft>
                <a:spcPts val="1300"/>
              </a:spcAft>
              <a:defRPr sz="2000"/>
            </a:pPr>
            <a:r>
              <a:t>Develop industry-level knowledge.</a:t>
            </a:r>
          </a:p>
          <a:p>
            <a:pPr>
              <a:spcAft>
                <a:spcPts val="1300"/>
              </a:spcAft>
              <a:defRPr sz="2000"/>
            </a:pPr>
            <a:r>
              <a:t>Acquire valuable professional skills.</a:t>
            </a:r>
          </a:p>
          <a:p>
            <a:pPr>
              <a:spcAft>
                <a:spcPts val="1300"/>
              </a:spcAft>
              <a:defRPr sz="2000"/>
            </a:pPr>
            <a:r>
              <a:t>Complete assigned projects and training tasks.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Internship Role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Designation: UI/UX Designer Intern</a:t>
            </a:r>
          </a:p>
          <a:p>
            <a:pPr>
              <a:spcAft>
                <a:spcPts val="1300"/>
              </a:spcAft>
              <a:defRPr sz="2000"/>
            </a:pPr>
            <a:r>
              <a:t>Work was organized around assigned projects and training tasks.</a:t>
            </a:r>
          </a:p>
          <a:p>
            <a:pPr>
              <a:spcAft>
                <a:spcPts val="1300"/>
              </a:spcAft>
              <a:defRPr sz="2000"/>
            </a:pPr>
            <a:r>
              <a:t>Tasks were carried out through the organization's platform and via email.</a:t>
            </a:r>
          </a:p>
          <a:p>
            <a:pPr>
              <a:spcAft>
                <a:spcPts val="1300"/>
              </a:spcAft>
              <a:defRPr sz="2000"/>
            </a:pPr>
            <a:r>
              <a:t>Reporting was to assigned project head(s).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Work &amp; Training Exposure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Project-oriented learning.</a:t>
            </a:r>
          </a:p>
          <a:p>
            <a:pPr>
              <a:spcAft>
                <a:spcPts val="1300"/>
              </a:spcAft>
              <a:defRPr sz="2000"/>
            </a:pPr>
            <a:r>
              <a:t>Training-task based learning.</a:t>
            </a:r>
          </a:p>
          <a:p>
            <a:pPr>
              <a:spcAft>
                <a:spcPts val="1300"/>
              </a:spcAft>
              <a:defRPr sz="2000"/>
            </a:pPr>
            <a:r>
              <a:t>Professional communication through platform and email.</a:t>
            </a:r>
          </a:p>
          <a:p>
            <a:pPr>
              <a:spcAft>
                <a:spcPts val="1300"/>
              </a:spcAft>
              <a:defRPr sz="2000"/>
            </a:pPr>
            <a:r>
              <a:t>Exposure to supervisor-led performance review.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Learning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Industry-oriented knowledge exposure.</a:t>
            </a:r>
          </a:p>
          <a:p>
            <a:pPr>
              <a:spcAft>
                <a:spcPts val="1300"/>
              </a:spcAft>
              <a:defRPr sz="2000"/>
            </a:pPr>
            <a:r>
              <a:t>Professional project and training experience.</a:t>
            </a:r>
          </a:p>
          <a:p>
            <a:pPr>
              <a:spcAft>
                <a:spcPts val="1300"/>
              </a:spcAft>
              <a:defRPr sz="2000"/>
            </a:pPr>
            <a:r>
              <a:t>Understanding of structured internship workflows.</a:t>
            </a:r>
          </a:p>
          <a:p>
            <a:pPr>
              <a:spcAft>
                <a:spcPts val="1300"/>
              </a:spcAft>
              <a:defRPr sz="2000"/>
            </a:pPr>
            <a:r>
              <a:t>UI/UX-focused professional exposure.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Weekly performance reviews were conducted by the project supervisor.</a:t>
            </a:r>
          </a:p>
          <a:p>
            <a:pPr>
              <a:spcAft>
                <a:spcPts val="1300"/>
              </a:spcAft>
              <a:defRPr sz="2000"/>
            </a:pPr>
            <a:r>
              <a:t>Performance reviews formed part of the internship experience.</a:t>
            </a:r>
          </a:p>
          <a:p>
            <a:pPr>
              <a:spcAft>
                <a:spcPts val="1300"/>
              </a:spcAft>
              <a:defRPr sz="2000"/>
            </a:pPr>
            <a:r>
              <a:t>Exceptional interns could potentially qualify for a scholarship award.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8. Internship Completion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Ramjee Kumar completed the 2 Month AICTE &amp; ICAC Approved internship program.</a:t>
            </a:r>
          </a:p>
          <a:p>
            <a:pPr>
              <a:spcAft>
                <a:spcPts val="1300"/>
              </a:spcAft>
              <a:defRPr sz="2000"/>
            </a:pPr>
            <a:r>
              <a:t>Role: UI/UX Designer Intern</a:t>
            </a:r>
          </a:p>
          <a:p>
            <a:pPr>
              <a:spcAft>
                <a:spcPts val="1300"/>
              </a:spcAft>
              <a:defRPr sz="2000"/>
            </a:pPr>
            <a:r>
              <a:t>Organization: Codec Technologies Pvt. Ltd.</a:t>
            </a:r>
          </a:p>
          <a:p>
            <a:pPr>
              <a:spcAft>
                <a:spcPts val="1300"/>
              </a:spcAft>
              <a:defRPr sz="2000"/>
            </a:pPr>
            <a:r>
              <a:t>Conducted from 03/07/2026 to 03/09/2026.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The internship provided structured professional exposure in UI/UX.</a:t>
            </a:r>
          </a:p>
          <a:p>
            <a:pPr>
              <a:spcAft>
                <a:spcPts val="1300"/>
              </a:spcAft>
              <a:defRPr sz="2000"/>
            </a:pPr>
            <a:r>
              <a:t>It combined assigned projects with training activities.</a:t>
            </a:r>
          </a:p>
          <a:p>
            <a:pPr>
              <a:spcAft>
                <a:spcPts val="1300"/>
              </a:spcAft>
              <a:defRPr sz="2000"/>
            </a:pPr>
            <a:r>
              <a:t>It supported industry-oriented learning and skill development.</a:t>
            </a:r>
          </a:p>
          <a:p>
            <a:pPr>
              <a:spcAft>
                <a:spcPts val="1300"/>
              </a:spcAft>
              <a:defRPr sz="2000"/>
            </a:pPr>
            <a:r>
              <a:t>The completion certificate formally recognizes the internship.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10. 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Thank you</a:t>
            </a:r>
          </a:p>
          <a:p>
            <a:pPr>
              <a:spcAft>
                <a:spcPts val="1300"/>
              </a:spcAft>
              <a:defRPr sz="2000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